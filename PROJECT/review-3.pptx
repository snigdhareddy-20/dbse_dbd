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77" r:id="rId10"/>
    <p:sldId id="278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E2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517045" y="365760"/>
            <a:ext cx="512742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E2513"/>
                </a:solidFill>
              </a:defRPr>
            </a:pPr>
            <a:r>
              <a:rPr dirty="0"/>
              <a:t>Enterprise Banking Microservices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rPr dirty="0"/>
              <a:t>A scalable and secure distributed banking backend</a:t>
            </a:r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rPr dirty="0"/>
              <a:t>Course project — Database Systems Engineering &amp; Distributed Backend Development</a:t>
            </a:r>
            <a:endParaRPr lang="en-IN" dirty="0"/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endParaRPr lang="en-IN" dirty="0"/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endParaRPr lang="en-IN" dirty="0"/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endParaRPr lang="en-IN" dirty="0"/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endParaRPr lang="en-IN" dirty="0"/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rPr dirty="0"/>
              <a:t>Team: Snigdha — 2520090160</a:t>
            </a:r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rPr dirty="0"/>
              <a:t>Koumudi — 2520090161</a:t>
            </a:r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rPr dirty="0" err="1"/>
              <a:t>Sumanjali</a:t>
            </a:r>
            <a:r>
              <a:rPr dirty="0"/>
              <a:t> — 2520090190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5E57"/>
                </a:solidFill>
              </a:defRPr>
            </a:pPr>
            <a: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5166360"/>
            <a:ext cx="10789920" cy="822960"/>
          </a:xfrm>
          <a:prstGeom prst="roundRect">
            <a:avLst/>
          </a:prstGeom>
          <a:solidFill>
            <a:srgbClr val="F3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3E2513"/>
                </a:solidFill>
              </a:defRPr>
            </a:pPr>
            <a:r>
              <a:t>React.js  →  FastAPI  →  MySQL  |  JWT  |  Fraud Detection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E2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E2513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Traditional banking systems struggle with growth, security, and operational complexity.</a:t>
            </a:r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• Scaling for high transaction volumes</a:t>
            </a:r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• Secure authentication and authorization</a:t>
            </a:r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• Consistent, reliable transaction processing</a:t>
            </a:r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• Managing payments and account state across services</a:t>
            </a:r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• Detecting suspicious/fraudulent behavior in real time</a:t>
            </a:r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Project goal: build a secure, modular microservices platform managing customers, accounts, transactions, and fraud detection.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5E57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E2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E2513"/>
                </a:solidFill>
              </a:defRPr>
            </a:pPr>
            <a:r>
              <a:t>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Secure Architecture — Implement authentication, authorization, and secure REST APIs.</a:t>
            </a:r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Scalability — Microservices design to scale individual capabilities independently.</a:t>
            </a:r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Transaction Integrity — Consistent account balances and reliable transaction logging.</a:t>
            </a:r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Fraud Detection — Identify suspicious patterns and flag high-risk activities.</a:t>
            </a:r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User Experience — Clean frontend: registration, dashboard, transfers, and forms.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5E57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E2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E2513"/>
                </a:solidFill>
              </a:defRPr>
            </a:pPr>
            <a:r>
              <a:t>Literature Survey —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Microservices Architecture — Improves modularity and scale; introduces distributed communication and consistency challenges.</a:t>
            </a:r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Secure Authentication — Token-based auth and role-based access control are effective but need careful token lifecycle management.</a:t>
            </a:r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Banking Transaction Systems — ACID semantics support correctness; scaling requires careful partitioning and compensating transactions.</a:t>
            </a:r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Fraud Detection — Pattern-based and ML approaches detect anomalies; accuracy depends on data richness and labeled examples.</a:t>
            </a:r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Research gap: Few works integrate scalable microservices, strong transactional guarantees, and inline fraud detection in a single platform.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5E57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E2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E2513"/>
                </a:solidFill>
              </a:defRPr>
            </a:pPr>
            <a:r>
              <a:t>Proposed System —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We propose a microservices-based banking platform exposing secure REST APIs.</a:t>
            </a:r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• Customer management and registration</a:t>
            </a:r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• Authentication &amp; authorization (token-based)</a:t>
            </a:r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• Account and balance management</a:t>
            </a:r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• Secure money transfers and payment recording</a:t>
            </a:r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• Transaction ledger and audit trails</a:t>
            </a:r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• Real-time fraud detection and alerting</a:t>
            </a:r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Technology stack: React.js → FastAPI microservices → MySQL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5E57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E2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E2513"/>
                </a:solidFill>
              </a:defRPr>
            </a:pPr>
            <a:r>
              <a:t>System Architecture —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Frontend (React) handles UI and client validation.</a:t>
            </a:r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FastAPI services implement business logic per bounded context: auth, accounts, payments, and fraud.</a:t>
            </a:r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Services communicate over REST (HTTP) and use MySQL for persistent state.</a:t>
            </a:r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Fraud service subscribes to transaction events for near-real-time scoring.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5E57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E2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E2513"/>
                </a:solidFill>
              </a:defRPr>
            </a:pPr>
            <a:r>
              <a:t>Modules &amp; Responsibilities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Customer Management — Profile CRUD, KYC fields, linkage to user accounts.</a:t>
            </a:r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Authentication &amp; Authorization — JWT tokens, refresh tokens, RBAC for operations.</a:t>
            </a:r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Account Management — Account types, balance updates, overdraft rules.</a:t>
            </a:r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Transfer &amp; Payments — Atomic transfer flows with idempotency and audit logs.</a:t>
            </a:r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Transaction Management — Durable transaction ledger and reconciliation endpoints.</a:t>
            </a:r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Fraud Detection — Rule-based scoring and anomaly flags; alerts + quarantine actions.</a:t>
            </a:r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Banking Dashboard — Aggregate views: balances, recent activity, alerts, KPIs.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5E57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E2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E2513"/>
                </a:solidFill>
              </a:defRPr>
            </a:pPr>
            <a:r>
              <a:rPr dirty="0"/>
              <a:t>Database Design — Conceptual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MySQL relational schema — main tables and key relationships:</a:t>
            </a:r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• customers (customer_id, name, KYC, contact_info)</a:t>
            </a:r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• users (user_id, customer_id, username, password_hash, roles)</a:t>
            </a:r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• accounts (account_id, customer_id, balance, currency, status)</a:t>
            </a:r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• transactions (tx_id, from_account, to_account, amount, status, timestamp)</a:t>
            </a:r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• payments (payment_id, account_id, payee, amount, method, status)</a:t>
            </a:r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Relationships: customers→users (1:N), customers→accounts (1:N), accounts→transactions (1:N).</a:t>
            </a:r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Use indexes on account_id, customer_id, and transaction timestamps for performance.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5E57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066C8-2442-58E6-88D0-2D106A2CC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D0F1111-F353-792D-3E16-E7928BC46F18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E2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BF42C6-A775-C664-CF24-04187468B90B}"/>
              </a:ext>
            </a:extLst>
          </p:cNvPr>
          <p:cNvSpPr txBox="1"/>
          <p:nvPr/>
        </p:nvSpPr>
        <p:spPr>
          <a:xfrm>
            <a:off x="594360" y="365760"/>
            <a:ext cx="150554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E2513"/>
                </a:solidFill>
              </a:defRPr>
            </a:pPr>
            <a:r>
              <a:rPr lang="en-IN" dirty="0"/>
              <a:t>WEBSITE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3582FF-CFF4-9E72-3C10-A8EC74F8BE58}"/>
              </a:ext>
            </a:extLst>
          </p:cNvPr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5E57"/>
                </a:solidFill>
              </a:defRPr>
            </a:pPr>
            <a:r>
              <a:t>10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1BA6D8D-9413-AD4B-56DB-D09E20A0E9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366" y="888980"/>
            <a:ext cx="4994787" cy="275883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58CF724-FF3D-C977-8D77-155F18AC9D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888980"/>
            <a:ext cx="5183699" cy="286318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4694A57-EF87-C2B1-B406-69FE65AB62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366" y="3836235"/>
            <a:ext cx="5183699" cy="283888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7A7D439-A187-8C77-4DB2-34F02798BB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815985"/>
            <a:ext cx="5183699" cy="2879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4021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92BE9-6765-8808-8B7B-270797E41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AEC577D-FC69-A270-8B25-F0CF3B5AA3D3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E2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2900A4-035A-C16B-DEE8-E81C13B2A017}"/>
              </a:ext>
            </a:extLst>
          </p:cNvPr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5E57"/>
                </a:solidFill>
              </a:defRPr>
            </a:pPr>
            <a:r>
              <a:t>10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EECBCB-D6CA-FCDF-F12C-399D4FD19C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589" y="617435"/>
            <a:ext cx="5876926" cy="30991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8920200-26F5-AD0F-DC46-E296D17C57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708285"/>
            <a:ext cx="5587485" cy="3068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6657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642</Words>
  <Application>Microsoft Office PowerPoint</Application>
  <PresentationFormat>Widescreen</PresentationFormat>
  <Paragraphs>74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SNIGDHA REDDY</cp:lastModifiedBy>
  <cp:revision>2</cp:revision>
  <dcterms:created xsi:type="dcterms:W3CDTF">2013-01-27T09:14:16Z</dcterms:created>
  <dcterms:modified xsi:type="dcterms:W3CDTF">2026-10-01T11:14:38Z</dcterms:modified>
  <cp:category/>
</cp:coreProperties>
</file>